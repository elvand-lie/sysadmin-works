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A5A8"/>
                </a:solidFill>
                <a:latin typeface="Calibri"/>
              </a:defRPr>
            </a:pPr>
            <a:r>
              <a:t>Administrasi Sistem untuk Kebutuhan Internal Institusi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B9B9B"/>
                </a:solidFill>
                <a:latin typeface="Calibri"/>
              </a:defRPr>
            </a:pPr>
            <a:r>
              <a:t>Praktikum Pengelolaan Administrasi &amp; Teknologi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9B9B"/>
                </a:solidFill>
                <a:latin typeface="Calibri"/>
              </a:defRPr>
            </a:pPr>
            <a:r>
              <a:t>Kelompok [Nomor]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01    Studi Kasus &amp; Arsitektur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02    Boot &amp; Service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03    Manajemen Disk &amp; Partisi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04    Keamanan Data: Backup &amp;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05    Monitoring Sistem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06    Update &amp; Keamanan (Firewall)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07    Layanan Tambahan: Samba File Sharing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08    Masalah &amp; Solusi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09    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Studi Kasus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5A8"/>
                </a:solidFill>
                <a:latin typeface="Calibri"/>
              </a:defRPr>
            </a:pPr>
            <a:r>
              <a:t>Sebuah institusi membutuhkan mini server Linux untuk kebutuhan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74320" cy="27432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8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9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Stabil saat boot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06040"/>
            <a:ext cx="274320" cy="27432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860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9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Aman dari kegagalan disk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08960"/>
            <a:ext cx="274320" cy="27432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088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9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Dapat dimonitor performanya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611880"/>
            <a:ext cx="274320" cy="27432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59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60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Selalu up-to-date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274320" cy="27432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094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10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Siap digunakan oleh banyak pengguna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A2A"/>
                </a:solidFill>
                <a:latin typeface="Calibri"/>
              </a:defRPr>
            </a:pPr>
            <a:r>
              <a:t>Solusi: Ansible Infrastructure-as-Code untuk deployment otomatis dan reproducible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Windows 10/11 + WSL (Ansible)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Hypervisor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Oracle VirtualBox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Guest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Ubuntu Server 24.04 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6.8.0-110-generic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Boot Loader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GRUB 2.12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NAT + Host-Only (192.168.56.101)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Disk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sda 20 GB (sistem)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7F"/>
                </a:solidFill>
                <a:latin typeface="Calibri"/>
              </a:defRPr>
            </a:pPr>
            <a:r>
              <a:t>Disk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sdb 20 GB (data /data)</a:t>
            </a:r>
          </a:p>
        </p:txBody>
      </p:sp>
      <p:pic>
        <p:nvPicPr>
          <p:cNvPr id="23" name="Picture 22" descr="image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389120" cy="2738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Boot &amp; Service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Boot Loader: GRUB 2.12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Kernel: Linux 6.8.0-110-generic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Service dinonaktifkan: multipathd (tidak diperlukan pada 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Custom service: hello-boot.service (log saat boot)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10647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hello-boot.service - enabled &amp; executed</a:t>
            </a:r>
          </a:p>
        </p:txBody>
      </p:sp>
      <p:pic>
        <p:nvPicPr>
          <p:cNvPr id="13" name="Picture 12" descr="image 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840480"/>
            <a:ext cx="5029200" cy="31383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0" y="6126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multipathd.service - disabled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Manajemen Disk &amp; Partisi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5A8"/>
                </a:solidFill>
                <a:latin typeface="Calibri"/>
              </a:defRPr>
            </a:pPr>
            <a:r>
              <a:t>Arsitektur 2-Disk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sda (20 GB) - Disk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/boot (sda2) - 1.8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/ root (LVM) - 10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sdb (20 GB) - Disk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/data (sdb1, ext4) - 20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Pemisahan untuk isolasi kegagalan</a:t>
            </a:r>
          </a:p>
        </p:txBody>
      </p:sp>
      <p:pic>
        <p:nvPicPr>
          <p:cNvPr id="16" name="Picture 15" descr="image copy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16363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Keamanan Data: Backup &amp;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5A8"/>
                </a:solidFill>
                <a:latin typeface="Calibri"/>
              </a:defRPr>
            </a:pPr>
            <a:r>
              <a:t>Mekanisme: rsync + cron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Backup otomatis: setiap hari jam 02:00 WIB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Cron: 0 2 * * * rsync -a /data/ /backup/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Simulasi Kegagalan: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Buat file via Samba dari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Hapus file (sudo 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Restore: rsync -a /backup/ /data/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Verifikasi: data berhasil kembali</a:t>
            </a:r>
          </a:p>
        </p:txBody>
      </p:sp>
      <p:pic>
        <p:nvPicPr>
          <p:cNvPr id="16" name="Picture 15" descr="image copy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6198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3200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Crontab entry</a:t>
            </a:r>
          </a:p>
        </p:txBody>
      </p:sp>
      <p:pic>
        <p:nvPicPr>
          <p:cNvPr id="18" name="Picture 17" descr="image copy 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03520" cy="14639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5760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Delete + Recovery berhasil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Monitoring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A5A8"/>
                </a:solidFill>
                <a:latin typeface="Calibri"/>
              </a:defRPr>
            </a:pPr>
            <a:r>
              <a:t>Stress Test: CPU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Tools: htop, sysstat,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Perintah: stress --cpu 2 --timeout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Hasil Analisis: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CPU: 100% pada kedua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Load avg: 0.08 -&gt; 0.66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RAM: stabil 194MB/1.9GB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Recovery: normal dalam detik</a:t>
            </a:r>
          </a:p>
        </p:txBody>
      </p:sp>
      <p:pic>
        <p:nvPicPr>
          <p:cNvPr id="16" name="Picture 15" descr="image copy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386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Update &amp; Keamanan (Firewall)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Sistem di-update: apt update &amp;&amp; apt upgrade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Firewall UFW - Rules: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22/tcp (SSH)     -&gt; ALLOW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Samba            -&gt; ALLOW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23/tcp (Telnet)  -&gt; 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Telnet ditutup: protokol plaintext, tidak aman</a:t>
            </a:r>
          </a:p>
        </p:txBody>
      </p:sp>
      <p:pic>
        <p:nvPicPr>
          <p:cNvPr id="15" name="Picture 14" descr="image copy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14937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apt update</a:t>
            </a:r>
          </a:p>
        </p:txBody>
      </p:sp>
      <p:pic>
        <p:nvPicPr>
          <p:cNvPr id="17" name="Picture 16" descr="image copy 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40480"/>
            <a:ext cx="4114800" cy="21651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6126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ufw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Layanan Tambahan: Samba File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Opsi B: File Sharing (Samba)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Share: /data/share -&gt; PraktikumShare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Autentikasi: user-level (adminuser)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Akses Windows: \\192.168.56.101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Pengujian: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File dibuat dari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Terbaca di server Linux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- File sharing dua arah berhasil</a:t>
            </a:r>
          </a:p>
        </p:txBody>
      </p:sp>
      <p:pic>
        <p:nvPicPr>
          <p:cNvPr id="16" name="Picture 15" descr="image copy 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290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9B9B"/>
                </a:solidFill>
                <a:latin typeface="Calibri"/>
              </a:defRPr>
            </a:pPr>
            <a:r>
              <a:t>Windows Explorer -&gt; PraktikumShare</a:t>
            </a:r>
          </a:p>
        </p:txBody>
      </p:sp>
      <p:pic>
        <p:nvPicPr>
          <p:cNvPr id="18" name="Picture 17" descr="image copy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572000"/>
            <a:ext cx="5029200" cy="8251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Masalah &amp; Solusi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4846320" cy="82296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1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Timezone UTC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4846320" cy="822960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1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B71"/>
                </a:solidFill>
                <a:latin typeface="Calibri"/>
              </a:defRPr>
            </a:pPr>
            <a:r>
              <a:t>timedatectl set-timezone Asia/Jakarta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51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7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60320"/>
            <a:ext cx="4846320" cy="82296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1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Samba auth ditolak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4846320" cy="822960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61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B71"/>
                </a:solidFill>
                <a:latin typeface="Calibri"/>
              </a:defRPr>
            </a:pPr>
            <a:r>
              <a:t>smbpasswd -a adminuser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1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7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4846320" cy="82296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707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multipathd warning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4846320" cy="822960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07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B71"/>
                </a:solidFill>
                <a:latin typeface="Calibri"/>
              </a:defRPr>
            </a:pPr>
            <a:r>
              <a:t>systemctl disable --now multipathd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70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7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754880"/>
            <a:ext cx="4846320" cy="82296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0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/backup belum ada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754880"/>
            <a:ext cx="4846320" cy="822960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04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ECB71"/>
                </a:solidFill>
                <a:latin typeface="Calibri"/>
              </a:defRPr>
            </a:pPr>
            <a:r>
              <a:t>Ansible auto-create directory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80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7F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9B9B"/>
                </a:solidFill>
                <a:latin typeface="Calibri"/>
              </a:defRPr>
            </a:pPr>
            <a:r>
              <a:t>MASALAH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234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9B9B"/>
                </a:solidFill>
                <a:latin typeface="Calibri"/>
              </a:defRPr>
            </a:pPr>
            <a:r>
              <a:t>SOLUSI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Praktikum PATI | Mini Server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8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8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Boot &amp; service management teridentifikasi dan terkonfigurasi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1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1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Arsitektur 2-disk dengan partisi sistem dan data terpisah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4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4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Backup rsync + cron dan recovery berhasil dibuktikan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67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7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Monitoring CPU via htop + stress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0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40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Firewall UFW aktif, Telnet diblokir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120640"/>
            <a:ext cx="457200" cy="457200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4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4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Samba file sharing berfungsi lintas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9A2A"/>
                </a:solidFill>
                <a:latin typeface="Calibri"/>
              </a:defRPr>
            </a:pPr>
            <a:r>
              <a:t>Seluruh konfigurasi diotomasi menggunakan Ansible - fully reproducible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A5A8"/>
                </a:solidFill>
                <a:latin typeface="Calibri"/>
              </a:defRPr>
            </a:pPr>
            <a:r>
              <a:t>Sesi Tanya Jawab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0312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B9B9B"/>
                </a:solidFill>
                <a:latin typeface="Calibri"/>
              </a:defRPr>
            </a:pPr>
            <a:r>
              <a:t>Kelompok [Nomor] | Praktikum PATI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